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33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30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4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32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03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92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20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11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67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71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420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781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903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520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315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205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95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543475F-1420-4B32-8C3F-4CFF87F3B281}" type="datetimeFigureOut">
              <a:rPr lang="en-IN" smtClean="0"/>
              <a:t>10-11-2021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864FCE-08E9-4A4B-B182-94F62758C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42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167E-B8BC-420B-A8FC-B07557A4E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5151"/>
            <a:ext cx="9144000" cy="69046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ZOOM CLONE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416C9-4107-45F2-B7AA-CA71CBE1E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51517"/>
            <a:ext cx="9144000" cy="4795935"/>
          </a:xfrm>
        </p:spPr>
        <p:txBody>
          <a:bodyPr/>
          <a:lstStyle/>
          <a:p>
            <a:pPr algn="r"/>
            <a:r>
              <a:rPr lang="en-US" dirty="0"/>
              <a:t>Presented By:</a:t>
            </a:r>
          </a:p>
          <a:p>
            <a:pPr algn="r"/>
            <a:r>
              <a:rPr lang="en-US" dirty="0"/>
              <a:t>Kartik </a:t>
            </a:r>
            <a:r>
              <a:rPr lang="en-US" dirty="0" err="1"/>
              <a:t>Kathuria</a:t>
            </a:r>
            <a:r>
              <a:rPr lang="en-US" dirty="0"/>
              <a:t> (191500384)</a:t>
            </a:r>
          </a:p>
          <a:p>
            <a:pPr algn="r"/>
            <a:r>
              <a:rPr lang="en-US" dirty="0"/>
              <a:t>Mridul Bhardwaj (191500462)</a:t>
            </a:r>
          </a:p>
          <a:p>
            <a:pPr algn="r"/>
            <a:r>
              <a:rPr lang="en-US" dirty="0" err="1"/>
              <a:t>Jatin</a:t>
            </a:r>
            <a:r>
              <a:rPr lang="en-US" dirty="0"/>
              <a:t> Kumar Singh (191500365)</a:t>
            </a:r>
            <a:endParaRPr lang="en-IN" dirty="0"/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37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F9FB-D6F9-44C5-8B70-4D42A71E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D995-D54B-4387-B239-86443FD96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the Project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Requirements</a:t>
            </a:r>
          </a:p>
          <a:p>
            <a:r>
              <a:rPr lang="en-US" dirty="0"/>
              <a:t>Snapshots from the website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74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546A-1DC0-4BDC-9723-D47A798C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E3E8-62F5-4829-9F96-8F00D751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full stack project “Zoom Clone” is an online website which allows you to make account or conducting meetings according to schedules which you can decide as per your requirements.</a:t>
            </a:r>
            <a:endParaRPr lang="en-IN" dirty="0"/>
          </a:p>
          <a:p>
            <a:r>
              <a:rPr lang="en-IN" dirty="0"/>
              <a:t>It is used for telecommunication, social relations, education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2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D525-57FA-4D9B-BEEF-90B2C359C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DDED-845F-4F7C-8058-A1AA88BA3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Zoom (clone) objective is to provide virtual communication between two individuals or group of people.  It is a open source free video conferencing platform that was developed by zoom video communications in 2011. </a:t>
            </a:r>
            <a:endParaRPr lang="en-IN" dirty="0">
              <a:effectLst/>
              <a:ea typeface="SimSun" panose="02010600030101010101" pitchFamily="2" charset="-12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32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C2FC-C9B6-4CB0-817A-21C7219E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Specification Used: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88713-9AB0-48CF-A01D-C2A90467D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Used: MongoDB, ReactJS and NodeJS</a:t>
            </a:r>
          </a:p>
          <a:p>
            <a:r>
              <a:rPr lang="en-US" dirty="0"/>
              <a:t>IDE Used: Visual Studio Code</a:t>
            </a:r>
          </a:p>
          <a:p>
            <a:r>
              <a:rPr lang="en-US" dirty="0"/>
              <a:t>Web Browser: Google Chrome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49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0927-63AD-4108-A4EA-D3907FCA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Used: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3772E-2F2B-4F18-9A26-7DB6CC8F6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 Used: Intel i3, i5</a:t>
            </a:r>
          </a:p>
          <a:p>
            <a:r>
              <a:rPr lang="en-US" dirty="0"/>
              <a:t>Operating System: Windows 8, 10</a:t>
            </a:r>
          </a:p>
          <a:p>
            <a:r>
              <a:rPr lang="en-US" dirty="0"/>
              <a:t>RAM: 3GB, 4GB</a:t>
            </a:r>
          </a:p>
          <a:p>
            <a:r>
              <a:rPr lang="en-US" dirty="0"/>
              <a:t>Hardware Devices: Computer System, Tablets</a:t>
            </a:r>
          </a:p>
          <a:p>
            <a:r>
              <a:rPr lang="en-US" dirty="0"/>
              <a:t>Hard Disk: 512 GB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06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4535-B953-4C4C-A894-C938B4364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497748"/>
          </a:xfrm>
        </p:spPr>
        <p:txBody>
          <a:bodyPr/>
          <a:lstStyle/>
          <a:p>
            <a:r>
              <a:rPr lang="en-US" dirty="0"/>
              <a:t>THIS IS HOW THE WEBSITE</a:t>
            </a:r>
            <a:br>
              <a:rPr lang="en-US" dirty="0"/>
            </a:br>
            <a:r>
              <a:rPr lang="en-US" dirty="0"/>
              <a:t>LOOKS LIKE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E1BA-6789-43FB-BCE4-DE41FC1EA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7739"/>
            <a:ext cx="10515600" cy="7092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Hope you will like it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2642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DEFF-AD31-452D-9613-0CF14109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1.START PAGE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2C36DF-F5EB-49C9-A649-35BC34EE9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2" y="2667000"/>
            <a:ext cx="5554133" cy="3124200"/>
          </a:xfrm>
        </p:spPr>
      </p:pic>
    </p:spTree>
    <p:extLst>
      <p:ext uri="{BB962C8B-B14F-4D97-AF65-F5344CB8AC3E}">
        <p14:creationId xmlns:p14="http://schemas.microsoft.com/office/powerpoint/2010/main" val="245620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BEEFA-1F6F-4267-A7AA-5CFA33ED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JOINING PAGE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7D2CB8-844F-48B4-8025-08F75E9CA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2" y="2667000"/>
            <a:ext cx="5554133" cy="3124200"/>
          </a:xfrm>
        </p:spPr>
      </p:pic>
    </p:spTree>
    <p:extLst>
      <p:ext uri="{BB962C8B-B14F-4D97-AF65-F5344CB8AC3E}">
        <p14:creationId xmlns:p14="http://schemas.microsoft.com/office/powerpoint/2010/main" val="178047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6A26-2431-4557-A367-062474AA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JOINED PAGE INTERFACES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5C63C-33A1-46E3-A1E7-C66E691B0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2" y="2667000"/>
            <a:ext cx="5554133" cy="3124200"/>
          </a:xfrm>
        </p:spPr>
      </p:pic>
    </p:spTree>
    <p:extLst>
      <p:ext uri="{BB962C8B-B14F-4D97-AF65-F5344CB8AC3E}">
        <p14:creationId xmlns:p14="http://schemas.microsoft.com/office/powerpoint/2010/main" val="322984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8436-8B18-4FA4-A263-BD76290D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99D6EC-C456-4DB6-9AA2-796A0463F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2" y="2667000"/>
            <a:ext cx="5554133" cy="3124200"/>
          </a:xfrm>
        </p:spPr>
      </p:pic>
    </p:spTree>
    <p:extLst>
      <p:ext uri="{BB962C8B-B14F-4D97-AF65-F5344CB8AC3E}">
        <p14:creationId xmlns:p14="http://schemas.microsoft.com/office/powerpoint/2010/main" val="22890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036F-ADEE-409E-B2D4-6AF8537A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AFEFAC-1B33-4022-AD3D-44566CE67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2" y="2667000"/>
            <a:ext cx="5554133" cy="3124200"/>
          </a:xfrm>
        </p:spPr>
      </p:pic>
    </p:spTree>
    <p:extLst>
      <p:ext uri="{BB962C8B-B14F-4D97-AF65-F5344CB8AC3E}">
        <p14:creationId xmlns:p14="http://schemas.microsoft.com/office/powerpoint/2010/main" val="2042655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C825-DAFA-478E-B17A-DA77C632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6B4F1-42E8-4252-92F1-AFA7A2B52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2" y="2667000"/>
            <a:ext cx="5554133" cy="3124200"/>
          </a:xfrm>
        </p:spPr>
      </p:pic>
    </p:spTree>
    <p:extLst>
      <p:ext uri="{BB962C8B-B14F-4D97-AF65-F5344CB8AC3E}">
        <p14:creationId xmlns:p14="http://schemas.microsoft.com/office/powerpoint/2010/main" val="2644646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0E9E-A2D7-4924-B382-4EF69A92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3912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2291D-27DE-4C09-939A-AFFA957E1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0963"/>
            <a:ext cx="10515600" cy="336000"/>
          </a:xfrm>
        </p:spPr>
        <p:txBody>
          <a:bodyPr>
            <a:normAutofit fontScale="77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34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665</TotalTime>
  <Words>210</Words>
  <Application>Microsoft Office PowerPoint</Application>
  <PresentationFormat>Widescreen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Parallax</vt:lpstr>
      <vt:lpstr>ZOOM CLONE</vt:lpstr>
      <vt:lpstr>OUTLINE</vt:lpstr>
      <vt:lpstr>ABOUT THE PROJECT</vt:lpstr>
      <vt:lpstr>OBJECTIVE</vt:lpstr>
      <vt:lpstr>Software Specification Used:</vt:lpstr>
      <vt:lpstr>Hardware Used:</vt:lpstr>
      <vt:lpstr>THIS IS HOW THE WEBSITE LOOKS LIKE</vt:lpstr>
      <vt:lpstr>1.START PAGE</vt:lpstr>
      <vt:lpstr>2. JOINING PAGE</vt:lpstr>
      <vt:lpstr>3. JOINED PAGE INTERFACES</vt:lpstr>
      <vt:lpstr>4.</vt:lpstr>
      <vt:lpstr>5.</vt:lpstr>
      <vt:lpstr>6.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ZOOM CLONE</dc:title>
  <dc:creator>Mridul Bhardwaj</dc:creator>
  <cp:lastModifiedBy>Mridul Bhardwaj</cp:lastModifiedBy>
  <cp:revision>7</cp:revision>
  <dcterms:created xsi:type="dcterms:W3CDTF">2021-11-09T15:24:23Z</dcterms:created>
  <dcterms:modified xsi:type="dcterms:W3CDTF">2021-11-10T16:19:38Z</dcterms:modified>
</cp:coreProperties>
</file>